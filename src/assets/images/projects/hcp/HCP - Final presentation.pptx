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41CF5E-A69F-9D42-5642-672FB103F34C}" v="681" dt="2025-04-30T19:26:26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2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Group 16 Wrap-Up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07549-D186-F760-24DE-EA092BB0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70" y="254942"/>
            <a:ext cx="10095516" cy="328337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Completed Craft</a:t>
            </a:r>
            <a:br>
              <a:rPr lang="en-US" sz="4800" dirty="0">
                <a:solidFill>
                  <a:srgbClr val="FFFFFF"/>
                </a:solidFill>
              </a:rPr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endParaRPr lang="en-US" sz="48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 descr="A green and blue object with wires and a couple of people sitting in a room&#10;&#10;AI-generated content may be incorrect.">
            <a:extLst>
              <a:ext uri="{FF2B5EF4-FFF2-40B4-BE49-F238E27FC236}">
                <a16:creationId xmlns:a16="http://schemas.microsoft.com/office/drawing/2014/main" id="{DBCA214D-5055-950F-C5DB-CB264C1EF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661" y="605422"/>
            <a:ext cx="4830350" cy="5657591"/>
          </a:xfrm>
          <a:prstGeom prst="rect">
            <a:avLst/>
          </a:prstGeom>
        </p:spPr>
      </p:pic>
      <p:pic>
        <p:nvPicPr>
          <p:cNvPr id="5" name="Picture 4" descr="A green piece of wood with two round holes&#10;&#10;AI-generated content may be incorrect.">
            <a:extLst>
              <a:ext uri="{FF2B5EF4-FFF2-40B4-BE49-F238E27FC236}">
                <a16:creationId xmlns:a16="http://schemas.microsoft.com/office/drawing/2014/main" id="{4D259A43-4EE3-B1E3-4245-FEA276DC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46" y="1189972"/>
            <a:ext cx="6429375" cy="546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6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5142C-0126-05B7-FD5C-F42D7E7B5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Design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112C6-D69A-44A3-4010-235B67FC8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Pretty much the entire design of the craft changed</a:t>
            </a:r>
            <a:endParaRPr lang="en-US" dirty="0"/>
          </a:p>
          <a:p>
            <a:r>
              <a:rPr lang="en-US" sz="2000" dirty="0"/>
              <a:t>From the original PDR presentation:</a:t>
            </a:r>
          </a:p>
          <a:p>
            <a:pPr lvl="1"/>
            <a:r>
              <a:rPr lang="en-US" sz="1600" dirty="0"/>
              <a:t>We removed a third propeller because of budget concerns</a:t>
            </a:r>
          </a:p>
          <a:p>
            <a:pPr lvl="1"/>
            <a:r>
              <a:rPr lang="en-US" sz="1600" dirty="0"/>
              <a:t>The front end was chopped off to fit in bin</a:t>
            </a:r>
          </a:p>
          <a:p>
            <a:pPr lvl="1"/>
            <a:r>
              <a:rPr lang="en-US" sz="1600" dirty="0"/>
              <a:t>Entire craft was put on an angle</a:t>
            </a:r>
          </a:p>
          <a:p>
            <a:pPr lvl="1"/>
            <a:r>
              <a:rPr lang="en-US" sz="1600" dirty="0"/>
              <a:t>2 main propellers were attached on servos to rotate them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4053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46126-3B0F-E633-719B-76E05CC0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D2EA0D-473C-1DBA-EBB8-D972489A2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C35A7-BE5C-5C5A-7F93-94403376F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56CFD2-E6EC-8AD7-4F4E-6234ECDE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4B2EED-F636-5B7B-2C73-EA3EAC66B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5E3FCA-9EC4-4A9E-166D-F8CEB8F43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A448E-4063-406B-64CA-3C85343A1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Things we would have done differently: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875F2-294B-8AB7-4562-B56DF1226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457200" indent="-457200"/>
            <a:r>
              <a:rPr lang="en-US" dirty="0"/>
              <a:t>Not redesign the craft 2 weeks before competition</a:t>
            </a:r>
          </a:p>
          <a:p>
            <a:pPr marL="457200" indent="-457200"/>
            <a:r>
              <a:rPr lang="en-US" dirty="0"/>
              <a:t>Not make the craft 2 feet wide</a:t>
            </a:r>
          </a:p>
          <a:p>
            <a:pPr marL="457200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73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FE3CC-4CC4-5B46-97F1-8E0489EC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1033B45-45B1-8232-B8B4-C7483476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E2BA4B-AAB8-22AE-EB22-A64593221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8F01D1-AA3B-15FC-691B-5CFD8D81A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BDF570-DE6A-31ED-B0FF-0A20AC261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CAC3E7-3C9A-9DA8-86E7-0F69E8EED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88801-BE7B-2AC5-D8D6-F5BE33D6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Budget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C2781-AD06-BEF8-1F24-D0253EFD2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PDR Plan:                                 Actual Budget: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lose up of a table&#10;&#10;AI-generated content may be incorrect.">
            <a:extLst>
              <a:ext uri="{FF2B5EF4-FFF2-40B4-BE49-F238E27FC236}">
                <a16:creationId xmlns:a16="http://schemas.microsoft.com/office/drawing/2014/main" id="{E9E6DFC9-129B-3CFD-DDEE-5BB44CF20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77" y="2876550"/>
            <a:ext cx="3771900" cy="1104900"/>
          </a:xfrm>
          <a:prstGeom prst="rect">
            <a:avLst/>
          </a:prstGeom>
        </p:spPr>
      </p:pic>
      <p:pic>
        <p:nvPicPr>
          <p:cNvPr id="6" name="Picture 5" descr="A paper with numbers and writing on it&#10;&#10;AI-generated content may be incorrect.">
            <a:extLst>
              <a:ext uri="{FF2B5EF4-FFF2-40B4-BE49-F238E27FC236}">
                <a16:creationId xmlns:a16="http://schemas.microsoft.com/office/drawing/2014/main" id="{7A1B882E-A1D3-C12D-C0DC-A635533B8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602" y="2035479"/>
            <a:ext cx="3730220" cy="438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C3CFB-D4A2-AF76-5299-2AFD43B6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927133-7032-0C33-941C-F0A7169F2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16D7E-AE25-412A-A724-11C364144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F09CB7-4914-7D9F-8774-0163C6FA2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79B0D9-E331-3AB4-83CF-2436B433C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DE632E-6A88-3496-0629-ECAD0F207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ABDD-78A7-A1FC-C878-E42549E65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Mass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54F93-70F0-EB28-F401-1852D8732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994608"/>
            <a:ext cx="9724031" cy="41635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PDR Plan: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Original Estimate for the mass was 762 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Actual Mass: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Original mass was exactly 800 g, after trimming some material </a:t>
            </a:r>
          </a:p>
          <a:p>
            <a:pPr marL="0" indent="0">
              <a:buNone/>
            </a:pPr>
            <a:r>
              <a:rPr lang="en-US" dirty="0"/>
              <a:t>it was closer to 730 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744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125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Group 16 Wrap-Up</vt:lpstr>
      <vt:lpstr>Completed Craft    </vt:lpstr>
      <vt:lpstr>Design Changes</vt:lpstr>
      <vt:lpstr>Things we would have done differently:</vt:lpstr>
      <vt:lpstr>Budget Comparison</vt:lpstr>
      <vt:lpstr>Mass 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Alwins Mathews Don Davidson</dc:creator>
  <cp:lastModifiedBy>Don Davidson Daniel, Alwins Mathews</cp:lastModifiedBy>
  <cp:revision>138</cp:revision>
  <dcterms:created xsi:type="dcterms:W3CDTF">2025-04-30T18:50:38Z</dcterms:created>
  <dcterms:modified xsi:type="dcterms:W3CDTF">2026-07-04T13:51:57Z</dcterms:modified>
</cp:coreProperties>
</file>